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Muli Bold" charset="1" panose="00000800000000000000"/>
      <p:regular r:id="rId39"/>
    </p:embeddedFont>
    <p:embeddedFont>
      <p:font typeface="Cabin" charset="1" panose="0000050000000000000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2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3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3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33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34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8.jpe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354" r="-1468" b="-56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5495" y="1315441"/>
            <a:ext cx="9009410" cy="6082798"/>
            <a:chOff x="0" y="0"/>
            <a:chExt cx="3286657" cy="22190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86657" cy="2219021"/>
            </a:xfrm>
            <a:custGeom>
              <a:avLst/>
              <a:gdLst/>
              <a:ahLst/>
              <a:cxnLst/>
              <a:rect r="r" b="b" t="t" l="l"/>
              <a:pathLst>
                <a:path h="2219021" w="3286657">
                  <a:moveTo>
                    <a:pt x="0" y="0"/>
                  </a:moveTo>
                  <a:lnTo>
                    <a:pt x="3286657" y="0"/>
                  </a:lnTo>
                  <a:lnTo>
                    <a:pt x="3286657" y="2219021"/>
                  </a:lnTo>
                  <a:lnTo>
                    <a:pt x="0" y="221902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5" id="5"/>
          <p:cNvSpPr/>
          <p:nvPr/>
        </p:nvSpPr>
        <p:spPr>
          <a:xfrm flipH="true" flipV="false" rot="0">
            <a:off x="-2156129" y="8872350"/>
            <a:ext cx="6662470" cy="1611106"/>
          </a:xfrm>
          <a:custGeom>
            <a:avLst/>
            <a:gdLst/>
            <a:ahLst/>
            <a:cxnLst/>
            <a:rect r="r" b="b" t="t" l="l"/>
            <a:pathLst>
              <a:path h="1611106" w="6662470">
                <a:moveTo>
                  <a:pt x="6662470" y="0"/>
                </a:moveTo>
                <a:lnTo>
                  <a:pt x="0" y="0"/>
                </a:lnTo>
                <a:lnTo>
                  <a:pt x="0" y="1611107"/>
                </a:lnTo>
                <a:lnTo>
                  <a:pt x="6662470" y="1611107"/>
                </a:lnTo>
                <a:lnTo>
                  <a:pt x="666247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791434" y="-196457"/>
            <a:ext cx="5652695" cy="1366924"/>
          </a:xfrm>
          <a:custGeom>
            <a:avLst/>
            <a:gdLst/>
            <a:ahLst/>
            <a:cxnLst/>
            <a:rect r="r" b="b" t="t" l="l"/>
            <a:pathLst>
              <a:path h="1366924" w="5652695">
                <a:moveTo>
                  <a:pt x="5652695" y="0"/>
                </a:moveTo>
                <a:lnTo>
                  <a:pt x="0" y="0"/>
                </a:lnTo>
                <a:lnTo>
                  <a:pt x="0" y="1366925"/>
                </a:lnTo>
                <a:lnTo>
                  <a:pt x="5652695" y="1366925"/>
                </a:lnTo>
                <a:lnTo>
                  <a:pt x="565269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61150" y="1315441"/>
            <a:ext cx="7087021" cy="7701883"/>
            <a:chOff x="0" y="0"/>
            <a:chExt cx="2585364" cy="28096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85364" cy="2809668"/>
            </a:xfrm>
            <a:custGeom>
              <a:avLst/>
              <a:gdLst/>
              <a:ahLst/>
              <a:cxnLst/>
              <a:rect r="r" b="b" t="t" l="l"/>
              <a:pathLst>
                <a:path h="2809668" w="2585364">
                  <a:moveTo>
                    <a:pt x="0" y="0"/>
                  </a:moveTo>
                  <a:lnTo>
                    <a:pt x="2585364" y="0"/>
                  </a:lnTo>
                  <a:lnTo>
                    <a:pt x="2585364" y="2809668"/>
                  </a:lnTo>
                  <a:lnTo>
                    <a:pt x="0" y="2809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0692016" y="4401714"/>
            <a:ext cx="6225288" cy="3893634"/>
          </a:xfrm>
          <a:custGeom>
            <a:avLst/>
            <a:gdLst/>
            <a:ahLst/>
            <a:cxnLst/>
            <a:rect r="r" b="b" t="t" l="l"/>
            <a:pathLst>
              <a:path h="3893634" w="6225288">
                <a:moveTo>
                  <a:pt x="0" y="0"/>
                </a:moveTo>
                <a:lnTo>
                  <a:pt x="6225288" y="0"/>
                </a:lnTo>
                <a:lnTo>
                  <a:pt x="6225288" y="3893634"/>
                </a:lnTo>
                <a:lnTo>
                  <a:pt x="0" y="38936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100246" y="3001723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03414">
            <a:off x="11173930" y="3499519"/>
            <a:ext cx="321948" cy="461574"/>
          </a:xfrm>
          <a:custGeom>
            <a:avLst/>
            <a:gdLst/>
            <a:ahLst/>
            <a:cxnLst/>
            <a:rect r="r" b="b" t="t" l="l"/>
            <a:pathLst>
              <a:path h="461574" w="321948">
                <a:moveTo>
                  <a:pt x="0" y="0"/>
                </a:moveTo>
                <a:lnTo>
                  <a:pt x="321948" y="0"/>
                </a:lnTo>
                <a:lnTo>
                  <a:pt x="321948" y="461574"/>
                </a:lnTo>
                <a:lnTo>
                  <a:pt x="0" y="4615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690344" y="1991652"/>
            <a:ext cx="2228632" cy="1815322"/>
          </a:xfrm>
          <a:custGeom>
            <a:avLst/>
            <a:gdLst/>
            <a:ahLst/>
            <a:cxnLst/>
            <a:rect r="r" b="b" t="t" l="l"/>
            <a:pathLst>
              <a:path h="1815322" w="2228632">
                <a:moveTo>
                  <a:pt x="0" y="0"/>
                </a:moveTo>
                <a:lnTo>
                  <a:pt x="2228632" y="0"/>
                </a:lnTo>
                <a:lnTo>
                  <a:pt x="2228632" y="1815322"/>
                </a:lnTo>
                <a:lnTo>
                  <a:pt x="0" y="18153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175106" y="2157337"/>
            <a:ext cx="8477825" cy="4191194"/>
            <a:chOff x="0" y="0"/>
            <a:chExt cx="11303767" cy="5588259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11303767" cy="4533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999"/>
                </a:lnSpc>
              </a:pPr>
              <a:r>
                <a:rPr lang="en-US" sz="7499" spc="-112" b="true">
                  <a:solidFill>
                    <a:srgbClr val="003EA8"/>
                  </a:solidFill>
                  <a:latin typeface="Muli Bold"/>
                  <a:ea typeface="Muli Bold"/>
                  <a:cs typeface="Muli Bold"/>
                  <a:sym typeface="Muli Bold"/>
                </a:rPr>
                <a:t>PAYROLL MANAGEMENT SOLUTION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4889759"/>
              <a:ext cx="11303767" cy="69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3499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Group 9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354" r="-1468" b="-56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292559"/>
            <a:ext cx="15503218" cy="7701883"/>
            <a:chOff x="0" y="0"/>
            <a:chExt cx="5446307" cy="27056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46307" cy="2705684"/>
            </a:xfrm>
            <a:custGeom>
              <a:avLst/>
              <a:gdLst/>
              <a:ahLst/>
              <a:cxnLst/>
              <a:rect r="r" b="b" t="t" l="l"/>
              <a:pathLst>
                <a:path h="2705684" w="5446307">
                  <a:moveTo>
                    <a:pt x="0" y="0"/>
                  </a:moveTo>
                  <a:lnTo>
                    <a:pt x="5446307" y="0"/>
                  </a:lnTo>
                  <a:lnTo>
                    <a:pt x="5446307" y="2705684"/>
                  </a:lnTo>
                  <a:lnTo>
                    <a:pt x="0" y="270568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5" id="5"/>
          <p:cNvSpPr/>
          <p:nvPr/>
        </p:nvSpPr>
        <p:spPr>
          <a:xfrm flipH="true" flipV="false" rot="0">
            <a:off x="-2156129" y="8872350"/>
            <a:ext cx="6662470" cy="1611106"/>
          </a:xfrm>
          <a:custGeom>
            <a:avLst/>
            <a:gdLst/>
            <a:ahLst/>
            <a:cxnLst/>
            <a:rect r="r" b="b" t="t" l="l"/>
            <a:pathLst>
              <a:path h="1611106" w="6662470">
                <a:moveTo>
                  <a:pt x="6662470" y="0"/>
                </a:moveTo>
                <a:lnTo>
                  <a:pt x="0" y="0"/>
                </a:lnTo>
                <a:lnTo>
                  <a:pt x="0" y="1611107"/>
                </a:lnTo>
                <a:lnTo>
                  <a:pt x="6662470" y="1611107"/>
                </a:lnTo>
                <a:lnTo>
                  <a:pt x="666247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3705571" y="345238"/>
            <a:ext cx="5652695" cy="1366924"/>
          </a:xfrm>
          <a:custGeom>
            <a:avLst/>
            <a:gdLst/>
            <a:ahLst/>
            <a:cxnLst/>
            <a:rect r="r" b="b" t="t" l="l"/>
            <a:pathLst>
              <a:path h="1366924" w="5652695">
                <a:moveTo>
                  <a:pt x="5652695" y="0"/>
                </a:moveTo>
                <a:lnTo>
                  <a:pt x="0" y="0"/>
                </a:lnTo>
                <a:lnTo>
                  <a:pt x="0" y="1366924"/>
                </a:lnTo>
                <a:lnTo>
                  <a:pt x="5652695" y="1366924"/>
                </a:lnTo>
                <a:lnTo>
                  <a:pt x="565269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07464" y="1696798"/>
            <a:ext cx="9853099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42"/>
              </a:lnSpc>
            </a:pPr>
            <a:r>
              <a:rPr lang="en-US" sz="8618" spc="-129" b="true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Team Member: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80309" y="3924300"/>
            <a:ext cx="4396645" cy="457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ITITIU21089</a:t>
            </a:r>
          </a:p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ITITIU22205</a:t>
            </a:r>
          </a:p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SESEIU23017</a:t>
            </a:r>
          </a:p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ITITIU23007</a:t>
            </a:r>
          </a:p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ITCSIU22239</a:t>
            </a:r>
          </a:p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ITCSIU21178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437944" y="7287819"/>
            <a:ext cx="3821356" cy="2390084"/>
          </a:xfrm>
          <a:custGeom>
            <a:avLst/>
            <a:gdLst/>
            <a:ahLst/>
            <a:cxnLst/>
            <a:rect r="r" b="b" t="t" l="l"/>
            <a:pathLst>
              <a:path h="2390084" w="3821356">
                <a:moveTo>
                  <a:pt x="0" y="0"/>
                </a:moveTo>
                <a:lnTo>
                  <a:pt x="3821356" y="0"/>
                </a:lnTo>
                <a:lnTo>
                  <a:pt x="3821356" y="2390085"/>
                </a:lnTo>
                <a:lnTo>
                  <a:pt x="0" y="23900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81804" y="3001723"/>
            <a:ext cx="9853099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spc="-59" b="true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Group 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7464" y="3924300"/>
            <a:ext cx="7361751" cy="533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Nguyễn Hữu Minh Nguyễn </a:t>
            </a:r>
          </a:p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Tôn Quang Tấn</a:t>
            </a:r>
          </a:p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Hoàng Thị Ngọc Mai</a:t>
            </a:r>
          </a:p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Nguyễn Trầm Gia Hưng</a:t>
            </a:r>
          </a:p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Lê Tấn Thịnh</a:t>
            </a:r>
          </a:p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Nguyễn Vũ Anh Duy</a:t>
            </a:r>
          </a:p>
          <a:p>
            <a:pPr algn="l">
              <a:lnSpc>
                <a:spcPts val="60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354" r="-1468" b="-56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19294" y="2910273"/>
            <a:ext cx="15795020" cy="6745738"/>
            <a:chOff x="0" y="0"/>
            <a:chExt cx="5762066" cy="24608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62066" cy="2460863"/>
            </a:xfrm>
            <a:custGeom>
              <a:avLst/>
              <a:gdLst/>
              <a:ahLst/>
              <a:cxnLst/>
              <a:rect r="r" b="b" t="t" l="l"/>
              <a:pathLst>
                <a:path h="2460863" w="5762066">
                  <a:moveTo>
                    <a:pt x="0" y="0"/>
                  </a:moveTo>
                  <a:lnTo>
                    <a:pt x="5762066" y="0"/>
                  </a:lnTo>
                  <a:lnTo>
                    <a:pt x="5762066" y="2460863"/>
                  </a:lnTo>
                  <a:lnTo>
                    <a:pt x="0" y="24608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294" y="657204"/>
            <a:ext cx="15795020" cy="1907038"/>
            <a:chOff x="0" y="0"/>
            <a:chExt cx="5762066" cy="6956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62066" cy="695693"/>
            </a:xfrm>
            <a:custGeom>
              <a:avLst/>
              <a:gdLst/>
              <a:ahLst/>
              <a:cxnLst/>
              <a:rect r="r" b="b" t="t" l="l"/>
              <a:pathLst>
                <a:path h="695693" w="5762066">
                  <a:moveTo>
                    <a:pt x="0" y="0"/>
                  </a:moveTo>
                  <a:lnTo>
                    <a:pt x="5762066" y="0"/>
                  </a:lnTo>
                  <a:lnTo>
                    <a:pt x="5762066" y="695693"/>
                  </a:lnTo>
                  <a:lnTo>
                    <a:pt x="0" y="6956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-278358">
            <a:off x="-1432939" y="-269558"/>
            <a:ext cx="5304464" cy="1668495"/>
          </a:xfrm>
          <a:custGeom>
            <a:avLst/>
            <a:gdLst/>
            <a:ahLst/>
            <a:cxnLst/>
            <a:rect r="r" b="b" t="t" l="l"/>
            <a:pathLst>
              <a:path h="1668495" w="5304464">
                <a:moveTo>
                  <a:pt x="0" y="0"/>
                </a:moveTo>
                <a:lnTo>
                  <a:pt x="5304465" y="0"/>
                </a:lnTo>
                <a:lnTo>
                  <a:pt x="5304465" y="1668495"/>
                </a:lnTo>
                <a:lnTo>
                  <a:pt x="0" y="16684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2407152" y="3405573"/>
            <a:ext cx="0" cy="5973028"/>
          </a:xfrm>
          <a:prstGeom prst="line">
            <a:avLst/>
          </a:prstGeom>
          <a:ln cap="flat" w="19050">
            <a:solidFill>
              <a:srgbClr val="CCCCC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3821430" y="6055702"/>
            <a:ext cx="4791997" cy="4775719"/>
            <a:chOff x="0" y="0"/>
            <a:chExt cx="6389330" cy="63676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338421"/>
              <a:ext cx="6389330" cy="6029204"/>
            </a:xfrm>
            <a:custGeom>
              <a:avLst/>
              <a:gdLst/>
              <a:ahLst/>
              <a:cxnLst/>
              <a:rect r="r" b="b" t="t" l="l"/>
              <a:pathLst>
                <a:path h="6029204" w="6389330">
                  <a:moveTo>
                    <a:pt x="0" y="0"/>
                  </a:moveTo>
                  <a:lnTo>
                    <a:pt x="6389330" y="0"/>
                  </a:lnTo>
                  <a:lnTo>
                    <a:pt x="6389330" y="6029204"/>
                  </a:lnTo>
                  <a:lnTo>
                    <a:pt x="0" y="6029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-203414">
              <a:off x="1228888" y="24588"/>
              <a:ext cx="868401" cy="1245020"/>
            </a:xfrm>
            <a:custGeom>
              <a:avLst/>
              <a:gdLst/>
              <a:ahLst/>
              <a:cxnLst/>
              <a:rect r="r" b="b" t="t" l="l"/>
              <a:pathLst>
                <a:path h="1245020" w="868401">
                  <a:moveTo>
                    <a:pt x="0" y="0"/>
                  </a:moveTo>
                  <a:lnTo>
                    <a:pt x="868401" y="0"/>
                  </a:lnTo>
                  <a:lnTo>
                    <a:pt x="868401" y="1245019"/>
                  </a:lnTo>
                  <a:lnTo>
                    <a:pt x="0" y="124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683996" y="924916"/>
            <a:ext cx="10839717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CONTENTS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968939" y="3187683"/>
            <a:ext cx="13248489" cy="914400"/>
            <a:chOff x="0" y="0"/>
            <a:chExt cx="17664652" cy="121920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1179726" y="8467"/>
              <a:ext cx="16484925" cy="1107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Introduction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9525"/>
              <a:ext cx="1021455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200"/>
                </a:lnSpc>
                <a:spcBef>
                  <a:spcPct val="0"/>
                </a:spcBef>
              </a:pPr>
              <a:r>
                <a:rPr lang="en-US" b="true" sz="6000">
                  <a:solidFill>
                    <a:srgbClr val="003EA8"/>
                  </a:solidFill>
                  <a:latin typeface="Muli Bold"/>
                  <a:ea typeface="Muli Bold"/>
                  <a:cs typeface="Muli Bold"/>
                  <a:sym typeface="Muli Bold"/>
                </a:rPr>
                <a:t>1.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968939" y="4506813"/>
            <a:ext cx="13248489" cy="914400"/>
            <a:chOff x="0" y="0"/>
            <a:chExt cx="17664652" cy="121920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9525"/>
              <a:ext cx="1021455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200"/>
                </a:lnSpc>
                <a:spcBef>
                  <a:spcPct val="0"/>
                </a:spcBef>
              </a:pPr>
              <a:r>
                <a:rPr lang="en-US" b="true" sz="6000">
                  <a:solidFill>
                    <a:srgbClr val="003EA8"/>
                  </a:solidFill>
                  <a:latin typeface="Muli Bold"/>
                  <a:ea typeface="Muli Bold"/>
                  <a:cs typeface="Muli Bold"/>
                  <a:sym typeface="Muli Bold"/>
                </a:rPr>
                <a:t>2.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179726" y="8467"/>
              <a:ext cx="16484925" cy="1107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Database Design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968939" y="5825942"/>
            <a:ext cx="13248489" cy="914400"/>
            <a:chOff x="0" y="0"/>
            <a:chExt cx="17664652" cy="1219200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9525"/>
              <a:ext cx="1021455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200"/>
                </a:lnSpc>
                <a:spcBef>
                  <a:spcPct val="0"/>
                </a:spcBef>
              </a:pPr>
              <a:r>
                <a:rPr lang="en-US" b="true" sz="6000">
                  <a:solidFill>
                    <a:srgbClr val="003EA8"/>
                  </a:solidFill>
                  <a:latin typeface="Muli Bold"/>
                  <a:ea typeface="Muli Bold"/>
                  <a:cs typeface="Muli Bold"/>
                  <a:sym typeface="Muli Bold"/>
                </a:rPr>
                <a:t>3.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179726" y="4455"/>
              <a:ext cx="16484925" cy="1107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Setup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968939" y="8464200"/>
            <a:ext cx="13248489" cy="914400"/>
            <a:chOff x="0" y="0"/>
            <a:chExt cx="17664652" cy="121920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9525"/>
              <a:ext cx="1021455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200"/>
                </a:lnSpc>
                <a:spcBef>
                  <a:spcPct val="0"/>
                </a:spcBef>
              </a:pPr>
              <a:r>
                <a:rPr lang="en-US" b="true" sz="6000">
                  <a:solidFill>
                    <a:srgbClr val="003EA8"/>
                  </a:solidFill>
                  <a:latin typeface="Muli Bold"/>
                  <a:ea typeface="Muli Bold"/>
                  <a:cs typeface="Muli Bold"/>
                  <a:sym typeface="Muli Bold"/>
                </a:rPr>
                <a:t>5.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179726" y="8467"/>
              <a:ext cx="16484925" cy="1107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Conclusion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968939" y="7145071"/>
            <a:ext cx="13248489" cy="914400"/>
            <a:chOff x="0" y="0"/>
            <a:chExt cx="17664652" cy="1219200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9525"/>
              <a:ext cx="1021455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200"/>
                </a:lnSpc>
                <a:spcBef>
                  <a:spcPct val="0"/>
                </a:spcBef>
              </a:pPr>
              <a:r>
                <a:rPr lang="en-US" b="true" sz="6000">
                  <a:solidFill>
                    <a:srgbClr val="003EA8"/>
                  </a:solidFill>
                  <a:latin typeface="Muli Bold"/>
                  <a:ea typeface="Muli Bold"/>
                  <a:cs typeface="Muli Bold"/>
                  <a:sym typeface="Muli Bold"/>
                </a:rPr>
                <a:t>4.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179726" y="8467"/>
              <a:ext cx="16484925" cy="1107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rPr>
                <a:t>Implementation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354" r="-1468" b="-56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6069" y="503385"/>
            <a:ext cx="16641627" cy="9381304"/>
            <a:chOff x="0" y="0"/>
            <a:chExt cx="6070911" cy="34223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70910" cy="3422325"/>
            </a:xfrm>
            <a:custGeom>
              <a:avLst/>
              <a:gdLst/>
              <a:ahLst/>
              <a:cxnLst/>
              <a:rect r="r" b="b" t="t" l="l"/>
              <a:pathLst>
                <a:path h="3422325" w="6070910">
                  <a:moveTo>
                    <a:pt x="0" y="0"/>
                  </a:moveTo>
                  <a:lnTo>
                    <a:pt x="6070910" y="0"/>
                  </a:lnTo>
                  <a:lnTo>
                    <a:pt x="6070910" y="3422325"/>
                  </a:lnTo>
                  <a:lnTo>
                    <a:pt x="0" y="342232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08900" y="3235000"/>
            <a:ext cx="121908" cy="121908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055579" y="7995212"/>
            <a:ext cx="121908" cy="121908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1276562" y="-156776"/>
            <a:ext cx="6732164" cy="1627960"/>
          </a:xfrm>
          <a:custGeom>
            <a:avLst/>
            <a:gdLst/>
            <a:ahLst/>
            <a:cxnLst/>
            <a:rect r="r" b="b" t="t" l="l"/>
            <a:pathLst>
              <a:path h="1627960" w="6732164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78358">
            <a:off x="13186236" y="8430575"/>
            <a:ext cx="5868613" cy="1845945"/>
          </a:xfrm>
          <a:custGeom>
            <a:avLst/>
            <a:gdLst/>
            <a:ahLst/>
            <a:cxnLst/>
            <a:rect r="r" b="b" t="t" l="l"/>
            <a:pathLst>
              <a:path h="1845945" w="5868613">
                <a:moveTo>
                  <a:pt x="0" y="0"/>
                </a:moveTo>
                <a:lnTo>
                  <a:pt x="5868612" y="0"/>
                </a:lnTo>
                <a:lnTo>
                  <a:pt x="5868612" y="1845946"/>
                </a:lnTo>
                <a:lnTo>
                  <a:pt x="0" y="18459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461837" y="1724161"/>
            <a:ext cx="13364327" cy="7534139"/>
          </a:xfrm>
          <a:custGeom>
            <a:avLst/>
            <a:gdLst/>
            <a:ahLst/>
            <a:cxnLst/>
            <a:rect r="r" b="b" t="t" l="l"/>
            <a:pathLst>
              <a:path h="7534139" w="13364327">
                <a:moveTo>
                  <a:pt x="0" y="0"/>
                </a:moveTo>
                <a:lnTo>
                  <a:pt x="13364326" y="0"/>
                </a:lnTo>
                <a:lnTo>
                  <a:pt x="13364326" y="7534139"/>
                </a:lnTo>
                <a:lnTo>
                  <a:pt x="0" y="75341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09976" y="342900"/>
            <a:ext cx="10839717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INTRODUCTION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354" r="-1468" b="-56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5495" y="657204"/>
            <a:ext cx="16445245" cy="1906519"/>
            <a:chOff x="0" y="0"/>
            <a:chExt cx="5999270" cy="6955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99270" cy="695503"/>
            </a:xfrm>
            <a:custGeom>
              <a:avLst/>
              <a:gdLst/>
              <a:ahLst/>
              <a:cxnLst/>
              <a:rect r="r" b="b" t="t" l="l"/>
              <a:pathLst>
                <a:path h="695503" w="5999270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2915205"/>
            <a:ext cx="16322040" cy="5768744"/>
            <a:chOff x="0" y="0"/>
            <a:chExt cx="5954324" cy="21044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54325" cy="2104453"/>
            </a:xfrm>
            <a:custGeom>
              <a:avLst/>
              <a:gdLst/>
              <a:ahLst/>
              <a:cxnLst/>
              <a:rect r="r" b="b" t="t" l="l"/>
              <a:pathLst>
                <a:path h="2104453" w="5954325">
                  <a:moveTo>
                    <a:pt x="0" y="0"/>
                  </a:moveTo>
                  <a:lnTo>
                    <a:pt x="5954325" y="0"/>
                  </a:lnTo>
                  <a:lnTo>
                    <a:pt x="5954325" y="2104453"/>
                  </a:lnTo>
                  <a:lnTo>
                    <a:pt x="0" y="21044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-203414">
            <a:off x="16137868" y="4585735"/>
            <a:ext cx="417336" cy="598331"/>
          </a:xfrm>
          <a:custGeom>
            <a:avLst/>
            <a:gdLst/>
            <a:ahLst/>
            <a:cxnLst/>
            <a:rect r="r" b="b" t="t" l="l"/>
            <a:pathLst>
              <a:path h="598331" w="417336">
                <a:moveTo>
                  <a:pt x="0" y="0"/>
                </a:moveTo>
                <a:lnTo>
                  <a:pt x="417336" y="0"/>
                </a:lnTo>
                <a:lnTo>
                  <a:pt x="417336" y="598330"/>
                </a:lnTo>
                <a:lnTo>
                  <a:pt x="0" y="598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908900" y="3235000"/>
            <a:ext cx="121908" cy="121908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055579" y="7995212"/>
            <a:ext cx="121908" cy="121908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343782" y="924697"/>
            <a:ext cx="11600436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b="true" sz="900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Objectives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1276562" y="-156776"/>
            <a:ext cx="6732164" cy="1627960"/>
          </a:xfrm>
          <a:custGeom>
            <a:avLst/>
            <a:gdLst/>
            <a:ahLst/>
            <a:cxnLst/>
            <a:rect r="r" b="b" t="t" l="l"/>
            <a:pathLst>
              <a:path h="1627960" w="6732164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278358">
            <a:off x="13186236" y="8430575"/>
            <a:ext cx="5868613" cy="1845945"/>
          </a:xfrm>
          <a:custGeom>
            <a:avLst/>
            <a:gdLst/>
            <a:ahLst/>
            <a:cxnLst/>
            <a:rect r="r" b="b" t="t" l="l"/>
            <a:pathLst>
              <a:path h="1845945" w="5868613">
                <a:moveTo>
                  <a:pt x="0" y="0"/>
                </a:moveTo>
                <a:lnTo>
                  <a:pt x="5868612" y="0"/>
                </a:lnTo>
                <a:lnTo>
                  <a:pt x="5868612" y="1845946"/>
                </a:lnTo>
                <a:lnTo>
                  <a:pt x="0" y="18459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962153" y="3261658"/>
            <a:ext cx="12363694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Manage Employee Information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62153" y="4923952"/>
            <a:ext cx="12363694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Checking attendance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62153" y="6586246"/>
            <a:ext cx="12363694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Calculating Salary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354" r="-1468" b="-56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6069" y="503385"/>
            <a:ext cx="16641627" cy="9381304"/>
            <a:chOff x="0" y="0"/>
            <a:chExt cx="6070911" cy="34223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70910" cy="3422325"/>
            </a:xfrm>
            <a:custGeom>
              <a:avLst/>
              <a:gdLst/>
              <a:ahLst/>
              <a:cxnLst/>
              <a:rect r="r" b="b" t="t" l="l"/>
              <a:pathLst>
                <a:path h="3422325" w="6070910">
                  <a:moveTo>
                    <a:pt x="0" y="0"/>
                  </a:moveTo>
                  <a:lnTo>
                    <a:pt x="6070910" y="0"/>
                  </a:lnTo>
                  <a:lnTo>
                    <a:pt x="6070910" y="3422325"/>
                  </a:lnTo>
                  <a:lnTo>
                    <a:pt x="0" y="342232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08900" y="3235000"/>
            <a:ext cx="121908" cy="121908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055579" y="7995212"/>
            <a:ext cx="121908" cy="121908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1276562" y="-156776"/>
            <a:ext cx="6732164" cy="1627960"/>
          </a:xfrm>
          <a:custGeom>
            <a:avLst/>
            <a:gdLst/>
            <a:ahLst/>
            <a:cxnLst/>
            <a:rect r="r" b="b" t="t" l="l"/>
            <a:pathLst>
              <a:path h="1627960" w="6732164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78358">
            <a:off x="13186236" y="8430575"/>
            <a:ext cx="5868613" cy="1845945"/>
          </a:xfrm>
          <a:custGeom>
            <a:avLst/>
            <a:gdLst/>
            <a:ahLst/>
            <a:cxnLst/>
            <a:rect r="r" b="b" t="t" l="l"/>
            <a:pathLst>
              <a:path h="1845945" w="5868613">
                <a:moveTo>
                  <a:pt x="0" y="0"/>
                </a:moveTo>
                <a:lnTo>
                  <a:pt x="5868612" y="0"/>
                </a:lnTo>
                <a:lnTo>
                  <a:pt x="5868612" y="1845946"/>
                </a:lnTo>
                <a:lnTo>
                  <a:pt x="0" y="18459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24142" y="3822437"/>
            <a:ext cx="10839717" cy="302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99"/>
              </a:lnSpc>
              <a:spcBef>
                <a:spcPct val="0"/>
              </a:spcBef>
            </a:pPr>
            <a:r>
              <a:rPr lang="en-US" b="true" sz="9999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DATABASE DESIGN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354" r="-1468" b="-56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712933"/>
            <a:ext cx="15795020" cy="9154054"/>
            <a:chOff x="0" y="0"/>
            <a:chExt cx="5762066" cy="33394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62066" cy="3339424"/>
            </a:xfrm>
            <a:custGeom>
              <a:avLst/>
              <a:gdLst/>
              <a:ahLst/>
              <a:cxnLst/>
              <a:rect r="r" b="b" t="t" l="l"/>
              <a:pathLst>
                <a:path h="3339424" w="5762066">
                  <a:moveTo>
                    <a:pt x="0" y="0"/>
                  </a:moveTo>
                  <a:lnTo>
                    <a:pt x="5762066" y="0"/>
                  </a:lnTo>
                  <a:lnTo>
                    <a:pt x="5762066" y="3339424"/>
                  </a:lnTo>
                  <a:lnTo>
                    <a:pt x="0" y="333942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793505" y="3742304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9650" y="1281714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776228" y="1079353"/>
            <a:ext cx="12017277" cy="8787634"/>
          </a:xfrm>
          <a:custGeom>
            <a:avLst/>
            <a:gdLst/>
            <a:ahLst/>
            <a:cxnLst/>
            <a:rect r="r" b="b" t="t" l="l"/>
            <a:pathLst>
              <a:path h="8787634" w="12017277">
                <a:moveTo>
                  <a:pt x="0" y="0"/>
                </a:moveTo>
                <a:lnTo>
                  <a:pt x="12017277" y="0"/>
                </a:lnTo>
                <a:lnTo>
                  <a:pt x="12017277" y="8787634"/>
                </a:lnTo>
                <a:lnTo>
                  <a:pt x="0" y="87876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93505" y="8824033"/>
            <a:ext cx="1323068" cy="992301"/>
          </a:xfrm>
          <a:custGeom>
            <a:avLst/>
            <a:gdLst/>
            <a:ahLst/>
            <a:cxnLst/>
            <a:rect r="r" b="b" t="t" l="l"/>
            <a:pathLst>
              <a:path h="992301" w="1323068">
                <a:moveTo>
                  <a:pt x="0" y="0"/>
                </a:moveTo>
                <a:lnTo>
                  <a:pt x="1323068" y="0"/>
                </a:lnTo>
                <a:lnTo>
                  <a:pt x="1323068" y="992301"/>
                </a:lnTo>
                <a:lnTo>
                  <a:pt x="0" y="9923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2669398" y="3629025"/>
            <a:ext cx="10839717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99"/>
              </a:lnSpc>
              <a:spcBef>
                <a:spcPct val="0"/>
              </a:spcBef>
            </a:pPr>
            <a:r>
              <a:rPr lang="en-US" b="true" sz="9999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ERD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354" r="-1468" b="-56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9237" y="712933"/>
            <a:ext cx="16745884" cy="8893024"/>
            <a:chOff x="0" y="0"/>
            <a:chExt cx="6108944" cy="32441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08944" cy="3244199"/>
            </a:xfrm>
            <a:custGeom>
              <a:avLst/>
              <a:gdLst/>
              <a:ahLst/>
              <a:cxnLst/>
              <a:rect r="r" b="b" t="t" l="l"/>
              <a:pathLst>
                <a:path h="3244199" w="6108944">
                  <a:moveTo>
                    <a:pt x="0" y="0"/>
                  </a:moveTo>
                  <a:lnTo>
                    <a:pt x="6108944" y="0"/>
                  </a:lnTo>
                  <a:lnTo>
                    <a:pt x="6108944" y="3244199"/>
                  </a:lnTo>
                  <a:lnTo>
                    <a:pt x="0" y="324419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793505" y="3742304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9650" y="1281714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4796" y="2517109"/>
            <a:ext cx="16002828" cy="6741191"/>
          </a:xfrm>
          <a:custGeom>
            <a:avLst/>
            <a:gdLst/>
            <a:ahLst/>
            <a:cxnLst/>
            <a:rect r="r" b="b" t="t" l="l"/>
            <a:pathLst>
              <a:path h="6741191" w="16002828">
                <a:moveTo>
                  <a:pt x="0" y="0"/>
                </a:moveTo>
                <a:lnTo>
                  <a:pt x="16002828" y="0"/>
                </a:lnTo>
                <a:lnTo>
                  <a:pt x="16002828" y="6741191"/>
                </a:lnTo>
                <a:lnTo>
                  <a:pt x="0" y="67411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762330"/>
            <a:ext cx="16164798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00"/>
              </a:lnSpc>
              <a:spcBef>
                <a:spcPct val="0"/>
              </a:spcBef>
            </a:pPr>
            <a:r>
              <a:rPr lang="en-US" b="true" sz="750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RELATIONAL SCHEMA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47450" cy="10287000"/>
          </a:xfrm>
          <a:custGeom>
            <a:avLst/>
            <a:gdLst/>
            <a:ahLst/>
            <a:cxnLst/>
            <a:rect r="r" b="b" t="t" l="l"/>
            <a:pathLst>
              <a:path h="10287000" w="18247450">
                <a:moveTo>
                  <a:pt x="0" y="0"/>
                </a:moveTo>
                <a:lnTo>
                  <a:pt x="18247450" y="0"/>
                </a:lnTo>
                <a:lnTo>
                  <a:pt x="18247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354" r="-1468" b="-56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9237" y="712933"/>
            <a:ext cx="16745884" cy="8893024"/>
            <a:chOff x="0" y="0"/>
            <a:chExt cx="6108944" cy="32441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08944" cy="3244199"/>
            </a:xfrm>
            <a:custGeom>
              <a:avLst/>
              <a:gdLst/>
              <a:ahLst/>
              <a:cxnLst/>
              <a:rect r="r" b="b" t="t" l="l"/>
              <a:pathLst>
                <a:path h="3244199" w="6108944">
                  <a:moveTo>
                    <a:pt x="0" y="0"/>
                  </a:moveTo>
                  <a:lnTo>
                    <a:pt x="6108944" y="0"/>
                  </a:lnTo>
                  <a:lnTo>
                    <a:pt x="6108944" y="3244199"/>
                  </a:lnTo>
                  <a:lnTo>
                    <a:pt x="0" y="324419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793505" y="3742304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9650" y="1281714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38501" y="2689294"/>
            <a:ext cx="4958705" cy="6569006"/>
          </a:xfrm>
          <a:custGeom>
            <a:avLst/>
            <a:gdLst/>
            <a:ahLst/>
            <a:cxnLst/>
            <a:rect r="r" b="b" t="t" l="l"/>
            <a:pathLst>
              <a:path h="6569006" w="4958705">
                <a:moveTo>
                  <a:pt x="0" y="0"/>
                </a:moveTo>
                <a:lnTo>
                  <a:pt x="4958705" y="0"/>
                </a:lnTo>
                <a:lnTo>
                  <a:pt x="4958705" y="6569006"/>
                </a:lnTo>
                <a:lnTo>
                  <a:pt x="0" y="65690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3298" t="0" r="-180719" b="-50731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762330"/>
            <a:ext cx="16164798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00"/>
              </a:lnSpc>
              <a:spcBef>
                <a:spcPct val="0"/>
              </a:spcBef>
            </a:pPr>
            <a:r>
              <a:rPr lang="en-US" b="true" sz="750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Login information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354" r="-1468" b="-56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9237" y="712933"/>
            <a:ext cx="16745884" cy="8893024"/>
            <a:chOff x="0" y="0"/>
            <a:chExt cx="6108944" cy="32441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08944" cy="3244199"/>
            </a:xfrm>
            <a:custGeom>
              <a:avLst/>
              <a:gdLst/>
              <a:ahLst/>
              <a:cxnLst/>
              <a:rect r="r" b="b" t="t" l="l"/>
              <a:pathLst>
                <a:path h="3244199" w="6108944">
                  <a:moveTo>
                    <a:pt x="0" y="0"/>
                  </a:moveTo>
                  <a:lnTo>
                    <a:pt x="6108944" y="0"/>
                  </a:lnTo>
                  <a:lnTo>
                    <a:pt x="6108944" y="3244199"/>
                  </a:lnTo>
                  <a:lnTo>
                    <a:pt x="0" y="324419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793505" y="3742304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9650" y="1281714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4000">
            <a:off x="2133717" y="2759035"/>
            <a:ext cx="13456925" cy="4768929"/>
          </a:xfrm>
          <a:custGeom>
            <a:avLst/>
            <a:gdLst/>
            <a:ahLst/>
            <a:cxnLst/>
            <a:rect r="r" b="b" t="t" l="l"/>
            <a:pathLst>
              <a:path h="4768929" w="13456925">
                <a:moveTo>
                  <a:pt x="32639" y="0"/>
                </a:moveTo>
                <a:lnTo>
                  <a:pt x="13456925" y="93721"/>
                </a:lnTo>
                <a:lnTo>
                  <a:pt x="13424285" y="4768930"/>
                </a:lnTo>
                <a:lnTo>
                  <a:pt x="0" y="4675209"/>
                </a:lnTo>
                <a:lnTo>
                  <a:pt x="32639" y="0"/>
                </a:lnTo>
                <a:close/>
              </a:path>
            </a:pathLst>
          </a:custGeom>
          <a:blipFill>
            <a:blip r:embed="rId5"/>
            <a:stretch>
              <a:fillRect l="-542" t="-46800" r="-64726" b="-49651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762330"/>
            <a:ext cx="16164798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00"/>
              </a:lnSpc>
              <a:spcBef>
                <a:spcPct val="0"/>
              </a:spcBef>
            </a:pPr>
            <a:r>
              <a:rPr lang="en-US" b="true" sz="750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Employee Information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354" r="-1468" b="-56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9237" y="712933"/>
            <a:ext cx="16745884" cy="8893024"/>
            <a:chOff x="0" y="0"/>
            <a:chExt cx="6108944" cy="32441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08944" cy="3244199"/>
            </a:xfrm>
            <a:custGeom>
              <a:avLst/>
              <a:gdLst/>
              <a:ahLst/>
              <a:cxnLst/>
              <a:rect r="r" b="b" t="t" l="l"/>
              <a:pathLst>
                <a:path h="3244199" w="6108944">
                  <a:moveTo>
                    <a:pt x="0" y="0"/>
                  </a:moveTo>
                  <a:lnTo>
                    <a:pt x="6108944" y="0"/>
                  </a:lnTo>
                  <a:lnTo>
                    <a:pt x="6108944" y="3244199"/>
                  </a:lnTo>
                  <a:lnTo>
                    <a:pt x="0" y="324419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793505" y="3742304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9650" y="1281714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994380" y="2273481"/>
            <a:ext cx="6648033" cy="7158840"/>
          </a:xfrm>
          <a:custGeom>
            <a:avLst/>
            <a:gdLst/>
            <a:ahLst/>
            <a:cxnLst/>
            <a:rect r="r" b="b" t="t" l="l"/>
            <a:pathLst>
              <a:path h="7158840" w="6648033">
                <a:moveTo>
                  <a:pt x="0" y="0"/>
                </a:moveTo>
                <a:lnTo>
                  <a:pt x="6648033" y="0"/>
                </a:lnTo>
                <a:lnTo>
                  <a:pt x="6648033" y="7158839"/>
                </a:lnTo>
                <a:lnTo>
                  <a:pt x="0" y="71588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5628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762330"/>
            <a:ext cx="16164798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00"/>
              </a:lnSpc>
              <a:spcBef>
                <a:spcPct val="0"/>
              </a:spcBef>
            </a:pPr>
            <a:r>
              <a:rPr lang="en-US" b="true" sz="750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Payroll Information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354" r="-1468" b="-56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6069" y="503385"/>
            <a:ext cx="16641627" cy="9381304"/>
            <a:chOff x="0" y="0"/>
            <a:chExt cx="6070911" cy="34223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70910" cy="3422325"/>
            </a:xfrm>
            <a:custGeom>
              <a:avLst/>
              <a:gdLst/>
              <a:ahLst/>
              <a:cxnLst/>
              <a:rect r="r" b="b" t="t" l="l"/>
              <a:pathLst>
                <a:path h="3422325" w="6070910">
                  <a:moveTo>
                    <a:pt x="0" y="0"/>
                  </a:moveTo>
                  <a:lnTo>
                    <a:pt x="6070910" y="0"/>
                  </a:lnTo>
                  <a:lnTo>
                    <a:pt x="6070910" y="3422325"/>
                  </a:lnTo>
                  <a:lnTo>
                    <a:pt x="0" y="342232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08900" y="3235000"/>
            <a:ext cx="121908" cy="121908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055579" y="7995212"/>
            <a:ext cx="121908" cy="121908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1276562" y="-156776"/>
            <a:ext cx="6732164" cy="1627960"/>
          </a:xfrm>
          <a:custGeom>
            <a:avLst/>
            <a:gdLst/>
            <a:ahLst/>
            <a:cxnLst/>
            <a:rect r="r" b="b" t="t" l="l"/>
            <a:pathLst>
              <a:path h="1627960" w="6732164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78358">
            <a:off x="13186236" y="8430575"/>
            <a:ext cx="5868613" cy="1845945"/>
          </a:xfrm>
          <a:custGeom>
            <a:avLst/>
            <a:gdLst/>
            <a:ahLst/>
            <a:cxnLst/>
            <a:rect r="r" b="b" t="t" l="l"/>
            <a:pathLst>
              <a:path h="1845945" w="5868613">
                <a:moveTo>
                  <a:pt x="0" y="0"/>
                </a:moveTo>
                <a:lnTo>
                  <a:pt x="5868612" y="0"/>
                </a:lnTo>
                <a:lnTo>
                  <a:pt x="5868612" y="1845946"/>
                </a:lnTo>
                <a:lnTo>
                  <a:pt x="0" y="18459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24142" y="3822437"/>
            <a:ext cx="10839717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99"/>
              </a:lnSpc>
              <a:spcBef>
                <a:spcPct val="0"/>
              </a:spcBef>
            </a:pPr>
            <a:r>
              <a:rPr lang="en-US" b="true" sz="9999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SETUP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354" r="-1468" b="-56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9237" y="712933"/>
            <a:ext cx="16745884" cy="8893024"/>
            <a:chOff x="0" y="0"/>
            <a:chExt cx="6108944" cy="32441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08944" cy="3244199"/>
            </a:xfrm>
            <a:custGeom>
              <a:avLst/>
              <a:gdLst/>
              <a:ahLst/>
              <a:cxnLst/>
              <a:rect r="r" b="b" t="t" l="l"/>
              <a:pathLst>
                <a:path h="3244199" w="6108944">
                  <a:moveTo>
                    <a:pt x="0" y="0"/>
                  </a:moveTo>
                  <a:lnTo>
                    <a:pt x="6108944" y="0"/>
                  </a:lnTo>
                  <a:lnTo>
                    <a:pt x="6108944" y="3244199"/>
                  </a:lnTo>
                  <a:lnTo>
                    <a:pt x="0" y="324419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793505" y="3742304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9650" y="1281714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731544" y="2475699"/>
            <a:ext cx="8261271" cy="5367492"/>
          </a:xfrm>
          <a:custGeom>
            <a:avLst/>
            <a:gdLst/>
            <a:ahLst/>
            <a:cxnLst/>
            <a:rect r="r" b="b" t="t" l="l"/>
            <a:pathLst>
              <a:path h="5367492" w="8261271">
                <a:moveTo>
                  <a:pt x="0" y="0"/>
                </a:moveTo>
                <a:lnTo>
                  <a:pt x="8261271" y="0"/>
                </a:lnTo>
                <a:lnTo>
                  <a:pt x="8261271" y="5367492"/>
                </a:lnTo>
                <a:lnTo>
                  <a:pt x="0" y="53674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354" r="-1468" b="-56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9237" y="712933"/>
            <a:ext cx="16745884" cy="8893024"/>
            <a:chOff x="0" y="0"/>
            <a:chExt cx="6108944" cy="32441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08944" cy="3244199"/>
            </a:xfrm>
            <a:custGeom>
              <a:avLst/>
              <a:gdLst/>
              <a:ahLst/>
              <a:cxnLst/>
              <a:rect r="r" b="b" t="t" l="l"/>
              <a:pathLst>
                <a:path h="3244199" w="6108944">
                  <a:moveTo>
                    <a:pt x="0" y="0"/>
                  </a:moveTo>
                  <a:lnTo>
                    <a:pt x="6108944" y="0"/>
                  </a:lnTo>
                  <a:lnTo>
                    <a:pt x="6108944" y="3244199"/>
                  </a:lnTo>
                  <a:lnTo>
                    <a:pt x="0" y="324419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793505" y="3742304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9650" y="1281714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161952" y="1598285"/>
            <a:ext cx="2694557" cy="3110600"/>
          </a:xfrm>
          <a:custGeom>
            <a:avLst/>
            <a:gdLst/>
            <a:ahLst/>
            <a:cxnLst/>
            <a:rect r="r" b="b" t="t" l="l"/>
            <a:pathLst>
              <a:path h="3110600" w="2694557">
                <a:moveTo>
                  <a:pt x="0" y="0"/>
                </a:moveTo>
                <a:lnTo>
                  <a:pt x="2694557" y="0"/>
                </a:lnTo>
                <a:lnTo>
                  <a:pt x="2694557" y="3110599"/>
                </a:lnTo>
                <a:lnTo>
                  <a:pt x="0" y="31105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39461" y="3563500"/>
            <a:ext cx="9571092" cy="4935975"/>
          </a:xfrm>
          <a:custGeom>
            <a:avLst/>
            <a:gdLst/>
            <a:ahLst/>
            <a:cxnLst/>
            <a:rect r="r" b="b" t="t" l="l"/>
            <a:pathLst>
              <a:path h="4935975" w="9571092">
                <a:moveTo>
                  <a:pt x="0" y="0"/>
                </a:moveTo>
                <a:lnTo>
                  <a:pt x="9571092" y="0"/>
                </a:lnTo>
                <a:lnTo>
                  <a:pt x="9571092" y="4935975"/>
                </a:lnTo>
                <a:lnTo>
                  <a:pt x="0" y="49359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537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87393" y="2299510"/>
            <a:ext cx="12363694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Netbeans IDE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9237" y="8404225"/>
            <a:ext cx="8622260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Powerful Swing GUI Design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354" r="-1468" b="-56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9237" y="712933"/>
            <a:ext cx="16745884" cy="8893024"/>
            <a:chOff x="0" y="0"/>
            <a:chExt cx="6108944" cy="32441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08944" cy="3244199"/>
            </a:xfrm>
            <a:custGeom>
              <a:avLst/>
              <a:gdLst/>
              <a:ahLst/>
              <a:cxnLst/>
              <a:rect r="r" b="b" t="t" l="l"/>
              <a:pathLst>
                <a:path h="3244199" w="6108944">
                  <a:moveTo>
                    <a:pt x="0" y="0"/>
                  </a:moveTo>
                  <a:lnTo>
                    <a:pt x="6108944" y="0"/>
                  </a:lnTo>
                  <a:lnTo>
                    <a:pt x="6108944" y="3244199"/>
                  </a:lnTo>
                  <a:lnTo>
                    <a:pt x="0" y="324419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793505" y="3742304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9650" y="1281714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211550" y="2938306"/>
            <a:ext cx="11301259" cy="2874277"/>
          </a:xfrm>
          <a:custGeom>
            <a:avLst/>
            <a:gdLst/>
            <a:ahLst/>
            <a:cxnLst/>
            <a:rect r="r" b="b" t="t" l="l"/>
            <a:pathLst>
              <a:path h="2874277" w="11301259">
                <a:moveTo>
                  <a:pt x="0" y="0"/>
                </a:moveTo>
                <a:lnTo>
                  <a:pt x="11301259" y="0"/>
                </a:lnTo>
                <a:lnTo>
                  <a:pt x="11301259" y="2874277"/>
                </a:lnTo>
                <a:lnTo>
                  <a:pt x="0" y="28742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1834" r="0" b="-59333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32303" y="659537"/>
            <a:ext cx="13823393" cy="8967926"/>
          </a:xfrm>
          <a:custGeom>
            <a:avLst/>
            <a:gdLst/>
            <a:ahLst/>
            <a:cxnLst/>
            <a:rect r="r" b="b" t="t" l="l"/>
            <a:pathLst>
              <a:path h="8967926" w="13823393">
                <a:moveTo>
                  <a:pt x="0" y="0"/>
                </a:moveTo>
                <a:lnTo>
                  <a:pt x="13823394" y="0"/>
                </a:lnTo>
                <a:lnTo>
                  <a:pt x="13823394" y="8967926"/>
                </a:lnTo>
                <a:lnTo>
                  <a:pt x="0" y="8967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49461" y="1966967"/>
            <a:ext cx="10789078" cy="7012901"/>
          </a:xfrm>
          <a:custGeom>
            <a:avLst/>
            <a:gdLst/>
            <a:ahLst/>
            <a:cxnLst/>
            <a:rect r="r" b="b" t="t" l="l"/>
            <a:pathLst>
              <a:path h="7012901" w="10789078">
                <a:moveTo>
                  <a:pt x="0" y="0"/>
                </a:moveTo>
                <a:lnTo>
                  <a:pt x="10789078" y="0"/>
                </a:lnTo>
                <a:lnTo>
                  <a:pt x="10789078" y="7012901"/>
                </a:lnTo>
                <a:lnTo>
                  <a:pt x="0" y="70129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62153" y="933450"/>
            <a:ext cx="12363694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MySQL JDBC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12000" y="8781430"/>
            <a:ext cx="1236369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https://dev.mysql.com/downloads/connector/j/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04042" y="2356116"/>
            <a:ext cx="14479915" cy="5574767"/>
          </a:xfrm>
          <a:custGeom>
            <a:avLst/>
            <a:gdLst/>
            <a:ahLst/>
            <a:cxnLst/>
            <a:rect r="r" b="b" t="t" l="l"/>
            <a:pathLst>
              <a:path h="5574767" w="14479915">
                <a:moveTo>
                  <a:pt x="0" y="0"/>
                </a:moveTo>
                <a:lnTo>
                  <a:pt x="14479916" y="0"/>
                </a:lnTo>
                <a:lnTo>
                  <a:pt x="14479916" y="5574768"/>
                </a:lnTo>
                <a:lnTo>
                  <a:pt x="0" y="55747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62153" y="933450"/>
            <a:ext cx="12363694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DbConnection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88737" y="1028700"/>
            <a:ext cx="14110527" cy="6085165"/>
          </a:xfrm>
          <a:custGeom>
            <a:avLst/>
            <a:gdLst/>
            <a:ahLst/>
            <a:cxnLst/>
            <a:rect r="r" b="b" t="t" l="l"/>
            <a:pathLst>
              <a:path h="6085165" w="14110527">
                <a:moveTo>
                  <a:pt x="0" y="0"/>
                </a:moveTo>
                <a:lnTo>
                  <a:pt x="14110526" y="0"/>
                </a:lnTo>
                <a:lnTo>
                  <a:pt x="14110526" y="6085165"/>
                </a:lnTo>
                <a:lnTo>
                  <a:pt x="0" y="60851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39107" y="7785100"/>
            <a:ext cx="15530862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sqlQuery: Give back a ResultSet (SELECT)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sqlUpdate: Execute query.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354" r="-1468" b="-56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6069" y="503385"/>
            <a:ext cx="16641627" cy="9381304"/>
            <a:chOff x="0" y="0"/>
            <a:chExt cx="6070911" cy="34223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70910" cy="3422325"/>
            </a:xfrm>
            <a:custGeom>
              <a:avLst/>
              <a:gdLst/>
              <a:ahLst/>
              <a:cxnLst/>
              <a:rect r="r" b="b" t="t" l="l"/>
              <a:pathLst>
                <a:path h="3422325" w="6070910">
                  <a:moveTo>
                    <a:pt x="0" y="0"/>
                  </a:moveTo>
                  <a:lnTo>
                    <a:pt x="6070910" y="0"/>
                  </a:lnTo>
                  <a:lnTo>
                    <a:pt x="6070910" y="3422325"/>
                  </a:lnTo>
                  <a:lnTo>
                    <a:pt x="0" y="342232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08900" y="3235000"/>
            <a:ext cx="121908" cy="121908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055579" y="7995212"/>
            <a:ext cx="121908" cy="121908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1276562" y="-156776"/>
            <a:ext cx="6732164" cy="1627960"/>
          </a:xfrm>
          <a:custGeom>
            <a:avLst/>
            <a:gdLst/>
            <a:ahLst/>
            <a:cxnLst/>
            <a:rect r="r" b="b" t="t" l="l"/>
            <a:pathLst>
              <a:path h="1627960" w="6732164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78358">
            <a:off x="13186236" y="8430575"/>
            <a:ext cx="5868613" cy="1845945"/>
          </a:xfrm>
          <a:custGeom>
            <a:avLst/>
            <a:gdLst/>
            <a:ahLst/>
            <a:cxnLst/>
            <a:rect r="r" b="b" t="t" l="l"/>
            <a:pathLst>
              <a:path h="1845945" w="5868613">
                <a:moveTo>
                  <a:pt x="0" y="0"/>
                </a:moveTo>
                <a:lnTo>
                  <a:pt x="5868612" y="0"/>
                </a:lnTo>
                <a:lnTo>
                  <a:pt x="5868612" y="1845946"/>
                </a:lnTo>
                <a:lnTo>
                  <a:pt x="0" y="18459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23525" y="3670037"/>
            <a:ext cx="13937277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400"/>
              </a:lnSpc>
              <a:spcBef>
                <a:spcPct val="0"/>
              </a:spcBef>
            </a:pPr>
            <a:r>
              <a:rPr lang="en-US" b="true" sz="1200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IMPLEMENTATION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354" r="-1468" b="-56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6069" y="503385"/>
            <a:ext cx="16641627" cy="9381304"/>
            <a:chOff x="0" y="0"/>
            <a:chExt cx="6070911" cy="34223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70910" cy="3422325"/>
            </a:xfrm>
            <a:custGeom>
              <a:avLst/>
              <a:gdLst/>
              <a:ahLst/>
              <a:cxnLst/>
              <a:rect r="r" b="b" t="t" l="l"/>
              <a:pathLst>
                <a:path h="3422325" w="6070910">
                  <a:moveTo>
                    <a:pt x="0" y="0"/>
                  </a:moveTo>
                  <a:lnTo>
                    <a:pt x="6070910" y="0"/>
                  </a:lnTo>
                  <a:lnTo>
                    <a:pt x="6070910" y="3422325"/>
                  </a:lnTo>
                  <a:lnTo>
                    <a:pt x="0" y="342232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-278358">
            <a:off x="-187185" y="433311"/>
            <a:ext cx="2756025" cy="866895"/>
          </a:xfrm>
          <a:custGeom>
            <a:avLst/>
            <a:gdLst/>
            <a:ahLst/>
            <a:cxnLst/>
            <a:rect r="r" b="b" t="t" l="l"/>
            <a:pathLst>
              <a:path h="866895" w="2756025">
                <a:moveTo>
                  <a:pt x="0" y="0"/>
                </a:moveTo>
                <a:lnTo>
                  <a:pt x="2756025" y="0"/>
                </a:lnTo>
                <a:lnTo>
                  <a:pt x="2756025" y="866895"/>
                </a:lnTo>
                <a:lnTo>
                  <a:pt x="0" y="8668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8358">
            <a:off x="15881287" y="7952572"/>
            <a:ext cx="2756025" cy="866895"/>
          </a:xfrm>
          <a:custGeom>
            <a:avLst/>
            <a:gdLst/>
            <a:ahLst/>
            <a:cxnLst/>
            <a:rect r="r" b="b" t="t" l="l"/>
            <a:pathLst>
              <a:path h="866895" w="2756025">
                <a:moveTo>
                  <a:pt x="0" y="0"/>
                </a:moveTo>
                <a:lnTo>
                  <a:pt x="2756026" y="0"/>
                </a:lnTo>
                <a:lnTo>
                  <a:pt x="2756026" y="866895"/>
                </a:lnTo>
                <a:lnTo>
                  <a:pt x="0" y="8668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84196" y="-309867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629798" y="527112"/>
            <a:ext cx="9028405" cy="9232776"/>
          </a:xfrm>
          <a:custGeom>
            <a:avLst/>
            <a:gdLst/>
            <a:ahLst/>
            <a:cxnLst/>
            <a:rect r="r" b="b" t="t" l="l"/>
            <a:pathLst>
              <a:path h="9232776" w="9028405">
                <a:moveTo>
                  <a:pt x="0" y="0"/>
                </a:moveTo>
                <a:lnTo>
                  <a:pt x="9028404" y="0"/>
                </a:lnTo>
                <a:lnTo>
                  <a:pt x="9028404" y="9232776"/>
                </a:lnTo>
                <a:lnTo>
                  <a:pt x="0" y="92327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354" r="-1468" b="-56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5495" y="657204"/>
            <a:ext cx="16436355" cy="1907038"/>
            <a:chOff x="0" y="0"/>
            <a:chExt cx="5996027" cy="6956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96027" cy="695693"/>
            </a:xfrm>
            <a:custGeom>
              <a:avLst/>
              <a:gdLst/>
              <a:ahLst/>
              <a:cxnLst/>
              <a:rect r="r" b="b" t="t" l="l"/>
              <a:pathLst>
                <a:path h="695693" w="5996027">
                  <a:moveTo>
                    <a:pt x="0" y="0"/>
                  </a:moveTo>
                  <a:lnTo>
                    <a:pt x="5996027" y="0"/>
                  </a:lnTo>
                  <a:lnTo>
                    <a:pt x="5996027" y="695693"/>
                  </a:lnTo>
                  <a:lnTo>
                    <a:pt x="0" y="6956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5495" y="2735692"/>
            <a:ext cx="16436355" cy="7013860"/>
            <a:chOff x="0" y="0"/>
            <a:chExt cx="5996027" cy="25586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96027" cy="2558675"/>
            </a:xfrm>
            <a:custGeom>
              <a:avLst/>
              <a:gdLst/>
              <a:ahLst/>
              <a:cxnLst/>
              <a:rect r="r" b="b" t="t" l="l"/>
              <a:pathLst>
                <a:path h="2558675" w="5996027">
                  <a:moveTo>
                    <a:pt x="0" y="0"/>
                  </a:moveTo>
                  <a:lnTo>
                    <a:pt x="5996027" y="0"/>
                  </a:lnTo>
                  <a:lnTo>
                    <a:pt x="5996027" y="2558675"/>
                  </a:lnTo>
                  <a:lnTo>
                    <a:pt x="0" y="255867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641794">
            <a:off x="8923192" y="-178822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034521" y="2903679"/>
            <a:ext cx="7385208" cy="5815851"/>
          </a:xfrm>
          <a:custGeom>
            <a:avLst/>
            <a:gdLst/>
            <a:ahLst/>
            <a:cxnLst/>
            <a:rect r="r" b="b" t="t" l="l"/>
            <a:pathLst>
              <a:path h="5815851" w="7385208">
                <a:moveTo>
                  <a:pt x="0" y="0"/>
                </a:moveTo>
                <a:lnTo>
                  <a:pt x="7385208" y="0"/>
                </a:lnTo>
                <a:lnTo>
                  <a:pt x="7385208" y="5815851"/>
                </a:lnTo>
                <a:lnTo>
                  <a:pt x="0" y="58158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300840" y="2903679"/>
            <a:ext cx="4703570" cy="5815851"/>
          </a:xfrm>
          <a:custGeom>
            <a:avLst/>
            <a:gdLst/>
            <a:ahLst/>
            <a:cxnLst/>
            <a:rect r="r" b="b" t="t" l="l"/>
            <a:pathLst>
              <a:path h="5815851" w="4703570">
                <a:moveTo>
                  <a:pt x="0" y="0"/>
                </a:moveTo>
                <a:lnTo>
                  <a:pt x="4703569" y="0"/>
                </a:lnTo>
                <a:lnTo>
                  <a:pt x="4703569" y="5815851"/>
                </a:lnTo>
                <a:lnTo>
                  <a:pt x="0" y="58158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91317" y="1086848"/>
            <a:ext cx="13505366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b="true" sz="675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Two home page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47025" y="8778873"/>
            <a:ext cx="3210231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HR home page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82786" y="8778873"/>
            <a:ext cx="3854106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Default home page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354" r="-1468" b="-56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5495" y="657204"/>
            <a:ext cx="16445245" cy="9250171"/>
            <a:chOff x="0" y="0"/>
            <a:chExt cx="5999270" cy="33744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99270" cy="3374487"/>
            </a:xfrm>
            <a:custGeom>
              <a:avLst/>
              <a:gdLst/>
              <a:ahLst/>
              <a:cxnLst/>
              <a:rect r="r" b="b" t="t" l="l"/>
              <a:pathLst>
                <a:path h="3374487" w="5999270">
                  <a:moveTo>
                    <a:pt x="0" y="0"/>
                  </a:moveTo>
                  <a:lnTo>
                    <a:pt x="5999270" y="0"/>
                  </a:lnTo>
                  <a:lnTo>
                    <a:pt x="5999270" y="3374487"/>
                  </a:lnTo>
                  <a:lnTo>
                    <a:pt x="0" y="337448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05495" y="647679"/>
            <a:ext cx="16445245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b="true" sz="800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Create new account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276562" y="-156776"/>
            <a:ext cx="6732164" cy="1627960"/>
          </a:xfrm>
          <a:custGeom>
            <a:avLst/>
            <a:gdLst/>
            <a:ahLst/>
            <a:cxnLst/>
            <a:rect r="r" b="b" t="t" l="l"/>
            <a:pathLst>
              <a:path h="1627960" w="6732164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63879" y="-156776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11526" y="8735435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364865" y="2105921"/>
            <a:ext cx="9526506" cy="7502123"/>
          </a:xfrm>
          <a:custGeom>
            <a:avLst/>
            <a:gdLst/>
            <a:ahLst/>
            <a:cxnLst/>
            <a:rect r="r" b="b" t="t" l="l"/>
            <a:pathLst>
              <a:path h="7502123" w="9526506">
                <a:moveTo>
                  <a:pt x="0" y="0"/>
                </a:moveTo>
                <a:lnTo>
                  <a:pt x="9526506" y="0"/>
                </a:lnTo>
                <a:lnTo>
                  <a:pt x="9526506" y="7502124"/>
                </a:lnTo>
                <a:lnTo>
                  <a:pt x="0" y="75021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354" r="-1468" b="-56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5495" y="657204"/>
            <a:ext cx="16445245" cy="9250171"/>
            <a:chOff x="0" y="0"/>
            <a:chExt cx="5999270" cy="33744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99270" cy="3374487"/>
            </a:xfrm>
            <a:custGeom>
              <a:avLst/>
              <a:gdLst/>
              <a:ahLst/>
              <a:cxnLst/>
              <a:rect r="r" b="b" t="t" l="l"/>
              <a:pathLst>
                <a:path h="3374487" w="5999270">
                  <a:moveTo>
                    <a:pt x="0" y="0"/>
                  </a:moveTo>
                  <a:lnTo>
                    <a:pt x="5999270" y="0"/>
                  </a:lnTo>
                  <a:lnTo>
                    <a:pt x="5999270" y="3374487"/>
                  </a:lnTo>
                  <a:lnTo>
                    <a:pt x="0" y="337448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05495" y="647679"/>
            <a:ext cx="16445245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b="true" sz="800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Create new account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276562" y="-156776"/>
            <a:ext cx="6732164" cy="1627960"/>
          </a:xfrm>
          <a:custGeom>
            <a:avLst/>
            <a:gdLst/>
            <a:ahLst/>
            <a:cxnLst/>
            <a:rect r="r" b="b" t="t" l="l"/>
            <a:pathLst>
              <a:path h="1627960" w="6732164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63879" y="-156776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11526" y="8735435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318778" y="2268935"/>
            <a:ext cx="5618678" cy="7099640"/>
          </a:xfrm>
          <a:custGeom>
            <a:avLst/>
            <a:gdLst/>
            <a:ahLst/>
            <a:cxnLst/>
            <a:rect r="r" b="b" t="t" l="l"/>
            <a:pathLst>
              <a:path h="7099640" w="5618678">
                <a:moveTo>
                  <a:pt x="0" y="0"/>
                </a:moveTo>
                <a:lnTo>
                  <a:pt x="5618679" y="0"/>
                </a:lnTo>
                <a:lnTo>
                  <a:pt x="5618679" y="7099640"/>
                </a:lnTo>
                <a:lnTo>
                  <a:pt x="0" y="70996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354" r="-1468" b="-56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5495" y="657204"/>
            <a:ext cx="16445245" cy="9250171"/>
            <a:chOff x="0" y="0"/>
            <a:chExt cx="5999270" cy="33744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99270" cy="3374487"/>
            </a:xfrm>
            <a:custGeom>
              <a:avLst/>
              <a:gdLst/>
              <a:ahLst/>
              <a:cxnLst/>
              <a:rect r="r" b="b" t="t" l="l"/>
              <a:pathLst>
                <a:path h="3374487" w="5999270">
                  <a:moveTo>
                    <a:pt x="0" y="0"/>
                  </a:moveTo>
                  <a:lnTo>
                    <a:pt x="5999270" y="0"/>
                  </a:lnTo>
                  <a:lnTo>
                    <a:pt x="5999270" y="3374487"/>
                  </a:lnTo>
                  <a:lnTo>
                    <a:pt x="0" y="337448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05495" y="647679"/>
            <a:ext cx="16445245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b="true" sz="800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HR can manage all information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276562" y="-156776"/>
            <a:ext cx="6732164" cy="1627960"/>
          </a:xfrm>
          <a:custGeom>
            <a:avLst/>
            <a:gdLst/>
            <a:ahLst/>
            <a:cxnLst/>
            <a:rect r="r" b="b" t="t" l="l"/>
            <a:pathLst>
              <a:path h="1627960" w="6732164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63879" y="-156776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11526" y="8735435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312368" y="2039996"/>
            <a:ext cx="9631499" cy="7584805"/>
          </a:xfrm>
          <a:custGeom>
            <a:avLst/>
            <a:gdLst/>
            <a:ahLst/>
            <a:cxnLst/>
            <a:rect r="r" b="b" t="t" l="l"/>
            <a:pathLst>
              <a:path h="7584805" w="9631499">
                <a:moveTo>
                  <a:pt x="0" y="0"/>
                </a:moveTo>
                <a:lnTo>
                  <a:pt x="9631499" y="0"/>
                </a:lnTo>
                <a:lnTo>
                  <a:pt x="9631499" y="7584805"/>
                </a:lnTo>
                <a:lnTo>
                  <a:pt x="0" y="75848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354" r="-1468" b="-56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5495" y="657204"/>
            <a:ext cx="16445245" cy="9250171"/>
            <a:chOff x="0" y="0"/>
            <a:chExt cx="5999270" cy="33744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99270" cy="3374487"/>
            </a:xfrm>
            <a:custGeom>
              <a:avLst/>
              <a:gdLst/>
              <a:ahLst/>
              <a:cxnLst/>
              <a:rect r="r" b="b" t="t" l="l"/>
              <a:pathLst>
                <a:path h="3374487" w="5999270">
                  <a:moveTo>
                    <a:pt x="0" y="0"/>
                  </a:moveTo>
                  <a:lnTo>
                    <a:pt x="5999270" y="0"/>
                  </a:lnTo>
                  <a:lnTo>
                    <a:pt x="5999270" y="3374487"/>
                  </a:lnTo>
                  <a:lnTo>
                    <a:pt x="0" y="337448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05495" y="647679"/>
            <a:ext cx="16445245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b="true" sz="800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Example. Manage Employee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276562" y="-156776"/>
            <a:ext cx="6732164" cy="1627960"/>
          </a:xfrm>
          <a:custGeom>
            <a:avLst/>
            <a:gdLst/>
            <a:ahLst/>
            <a:cxnLst/>
            <a:rect r="r" b="b" t="t" l="l"/>
            <a:pathLst>
              <a:path h="1627960" w="6732164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63879" y="-156776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11526" y="8735435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338097" y="1988815"/>
            <a:ext cx="9894237" cy="7779344"/>
          </a:xfrm>
          <a:custGeom>
            <a:avLst/>
            <a:gdLst/>
            <a:ahLst/>
            <a:cxnLst/>
            <a:rect r="r" b="b" t="t" l="l"/>
            <a:pathLst>
              <a:path h="7779344" w="9894237">
                <a:moveTo>
                  <a:pt x="0" y="0"/>
                </a:moveTo>
                <a:lnTo>
                  <a:pt x="9894237" y="0"/>
                </a:lnTo>
                <a:lnTo>
                  <a:pt x="9894237" y="7779345"/>
                </a:lnTo>
                <a:lnTo>
                  <a:pt x="0" y="77793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354" r="-1468" b="-56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5495" y="657204"/>
            <a:ext cx="16445245" cy="9250171"/>
            <a:chOff x="0" y="0"/>
            <a:chExt cx="5999270" cy="33744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99270" cy="3374487"/>
            </a:xfrm>
            <a:custGeom>
              <a:avLst/>
              <a:gdLst/>
              <a:ahLst/>
              <a:cxnLst/>
              <a:rect r="r" b="b" t="t" l="l"/>
              <a:pathLst>
                <a:path h="3374487" w="5999270">
                  <a:moveTo>
                    <a:pt x="0" y="0"/>
                  </a:moveTo>
                  <a:lnTo>
                    <a:pt x="5999270" y="0"/>
                  </a:lnTo>
                  <a:lnTo>
                    <a:pt x="5999270" y="3374487"/>
                  </a:lnTo>
                  <a:lnTo>
                    <a:pt x="0" y="337448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05495" y="647679"/>
            <a:ext cx="16445245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b="true" sz="800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Example. Manage Payroll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276562" y="-156776"/>
            <a:ext cx="6732164" cy="1627960"/>
          </a:xfrm>
          <a:custGeom>
            <a:avLst/>
            <a:gdLst/>
            <a:ahLst/>
            <a:cxnLst/>
            <a:rect r="r" b="b" t="t" l="l"/>
            <a:pathLst>
              <a:path h="1627960" w="6732164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63879" y="-156776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11526" y="8735435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435594" y="2053901"/>
            <a:ext cx="9385046" cy="7425918"/>
          </a:xfrm>
          <a:custGeom>
            <a:avLst/>
            <a:gdLst/>
            <a:ahLst/>
            <a:cxnLst/>
            <a:rect r="r" b="b" t="t" l="l"/>
            <a:pathLst>
              <a:path h="7425918" w="9385046">
                <a:moveTo>
                  <a:pt x="0" y="0"/>
                </a:moveTo>
                <a:lnTo>
                  <a:pt x="9385047" y="0"/>
                </a:lnTo>
                <a:lnTo>
                  <a:pt x="9385047" y="7425918"/>
                </a:lnTo>
                <a:lnTo>
                  <a:pt x="0" y="74259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354" r="-1468" b="-56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6069" y="503385"/>
            <a:ext cx="16641627" cy="9381304"/>
            <a:chOff x="0" y="0"/>
            <a:chExt cx="6070911" cy="34223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70910" cy="3422325"/>
            </a:xfrm>
            <a:custGeom>
              <a:avLst/>
              <a:gdLst/>
              <a:ahLst/>
              <a:cxnLst/>
              <a:rect r="r" b="b" t="t" l="l"/>
              <a:pathLst>
                <a:path h="3422325" w="6070910">
                  <a:moveTo>
                    <a:pt x="0" y="0"/>
                  </a:moveTo>
                  <a:lnTo>
                    <a:pt x="6070910" y="0"/>
                  </a:lnTo>
                  <a:lnTo>
                    <a:pt x="6070910" y="3422325"/>
                  </a:lnTo>
                  <a:lnTo>
                    <a:pt x="0" y="342232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08900" y="3235000"/>
            <a:ext cx="121908" cy="121908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055579" y="7995212"/>
            <a:ext cx="121908" cy="121908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1276562" y="-156776"/>
            <a:ext cx="6732164" cy="1627960"/>
          </a:xfrm>
          <a:custGeom>
            <a:avLst/>
            <a:gdLst/>
            <a:ahLst/>
            <a:cxnLst/>
            <a:rect r="r" b="b" t="t" l="l"/>
            <a:pathLst>
              <a:path h="1627960" w="6732164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78358">
            <a:off x="13186236" y="8430575"/>
            <a:ext cx="5868613" cy="1845945"/>
          </a:xfrm>
          <a:custGeom>
            <a:avLst/>
            <a:gdLst/>
            <a:ahLst/>
            <a:cxnLst/>
            <a:rect r="r" b="b" t="t" l="l"/>
            <a:pathLst>
              <a:path h="1845945" w="5868613">
                <a:moveTo>
                  <a:pt x="0" y="0"/>
                </a:moveTo>
                <a:lnTo>
                  <a:pt x="5868612" y="0"/>
                </a:lnTo>
                <a:lnTo>
                  <a:pt x="5868612" y="1845946"/>
                </a:lnTo>
                <a:lnTo>
                  <a:pt x="0" y="18459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24142" y="3812912"/>
            <a:ext cx="10839717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400"/>
              </a:lnSpc>
              <a:spcBef>
                <a:spcPct val="0"/>
              </a:spcBef>
            </a:pPr>
            <a:r>
              <a:rPr lang="en-US" b="true" sz="1200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CONCLUSION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354" r="-1468" b="-56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5495" y="657204"/>
            <a:ext cx="16445245" cy="1906519"/>
            <a:chOff x="0" y="0"/>
            <a:chExt cx="5999270" cy="6955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99270" cy="695503"/>
            </a:xfrm>
            <a:custGeom>
              <a:avLst/>
              <a:gdLst/>
              <a:ahLst/>
              <a:cxnLst/>
              <a:rect r="r" b="b" t="t" l="l"/>
              <a:pathLst>
                <a:path h="695503" w="5999270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2915205"/>
            <a:ext cx="16322040" cy="5768744"/>
            <a:chOff x="0" y="0"/>
            <a:chExt cx="5954324" cy="21044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54325" cy="2104453"/>
            </a:xfrm>
            <a:custGeom>
              <a:avLst/>
              <a:gdLst/>
              <a:ahLst/>
              <a:cxnLst/>
              <a:rect r="r" b="b" t="t" l="l"/>
              <a:pathLst>
                <a:path h="2104453" w="5954325">
                  <a:moveTo>
                    <a:pt x="0" y="0"/>
                  </a:moveTo>
                  <a:lnTo>
                    <a:pt x="5954325" y="0"/>
                  </a:lnTo>
                  <a:lnTo>
                    <a:pt x="5954325" y="2104453"/>
                  </a:lnTo>
                  <a:lnTo>
                    <a:pt x="0" y="21044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-203414">
            <a:off x="16137868" y="4585735"/>
            <a:ext cx="417336" cy="598331"/>
          </a:xfrm>
          <a:custGeom>
            <a:avLst/>
            <a:gdLst/>
            <a:ahLst/>
            <a:cxnLst/>
            <a:rect r="r" b="b" t="t" l="l"/>
            <a:pathLst>
              <a:path h="598331" w="417336">
                <a:moveTo>
                  <a:pt x="0" y="0"/>
                </a:moveTo>
                <a:lnTo>
                  <a:pt x="417336" y="0"/>
                </a:lnTo>
                <a:lnTo>
                  <a:pt x="417336" y="598330"/>
                </a:lnTo>
                <a:lnTo>
                  <a:pt x="0" y="598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908900" y="3235000"/>
            <a:ext cx="121908" cy="121908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055579" y="7995212"/>
            <a:ext cx="121908" cy="121908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343782" y="924697"/>
            <a:ext cx="11600436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b="true" sz="900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Objectives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1276562" y="-156776"/>
            <a:ext cx="6732164" cy="1627960"/>
          </a:xfrm>
          <a:custGeom>
            <a:avLst/>
            <a:gdLst/>
            <a:ahLst/>
            <a:cxnLst/>
            <a:rect r="r" b="b" t="t" l="l"/>
            <a:pathLst>
              <a:path h="1627960" w="6732164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278358">
            <a:off x="13186236" y="8430575"/>
            <a:ext cx="5868613" cy="1845945"/>
          </a:xfrm>
          <a:custGeom>
            <a:avLst/>
            <a:gdLst/>
            <a:ahLst/>
            <a:cxnLst/>
            <a:rect r="r" b="b" t="t" l="l"/>
            <a:pathLst>
              <a:path h="1845945" w="5868613">
                <a:moveTo>
                  <a:pt x="0" y="0"/>
                </a:moveTo>
                <a:lnTo>
                  <a:pt x="5868612" y="0"/>
                </a:lnTo>
                <a:lnTo>
                  <a:pt x="5868612" y="1845946"/>
                </a:lnTo>
                <a:lnTo>
                  <a:pt x="0" y="18459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962153" y="3261658"/>
            <a:ext cx="12363694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Manage Employee Information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62153" y="4923952"/>
            <a:ext cx="12363694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Checking attendance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62153" y="6586246"/>
            <a:ext cx="12363694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Calculating Salary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354" r="-1468" b="-56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5495" y="657204"/>
            <a:ext cx="9009410" cy="1907038"/>
            <a:chOff x="0" y="0"/>
            <a:chExt cx="3286657" cy="6956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86657" cy="695693"/>
            </a:xfrm>
            <a:custGeom>
              <a:avLst/>
              <a:gdLst/>
              <a:ahLst/>
              <a:cxnLst/>
              <a:rect r="r" b="b" t="t" l="l"/>
              <a:pathLst>
                <a:path h="695693" w="3286657">
                  <a:moveTo>
                    <a:pt x="0" y="0"/>
                  </a:moveTo>
                  <a:lnTo>
                    <a:pt x="3286657" y="0"/>
                  </a:lnTo>
                  <a:lnTo>
                    <a:pt x="3286657" y="695693"/>
                  </a:lnTo>
                  <a:lnTo>
                    <a:pt x="0" y="6956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5495" y="2915205"/>
            <a:ext cx="9009410" cy="5787794"/>
            <a:chOff x="0" y="0"/>
            <a:chExt cx="3286657" cy="21114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6657" cy="2111403"/>
            </a:xfrm>
            <a:custGeom>
              <a:avLst/>
              <a:gdLst/>
              <a:ahLst/>
              <a:cxnLst/>
              <a:rect r="r" b="b" t="t" l="l"/>
              <a:pathLst>
                <a:path h="2111403" w="3286657">
                  <a:moveTo>
                    <a:pt x="0" y="0"/>
                  </a:moveTo>
                  <a:lnTo>
                    <a:pt x="3286657" y="0"/>
                  </a:lnTo>
                  <a:lnTo>
                    <a:pt x="3286657" y="2111403"/>
                  </a:lnTo>
                  <a:lnTo>
                    <a:pt x="0" y="21114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61150" y="657204"/>
            <a:ext cx="7087021" cy="8045795"/>
            <a:chOff x="0" y="0"/>
            <a:chExt cx="2585364" cy="29351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85364" cy="2935128"/>
            </a:xfrm>
            <a:custGeom>
              <a:avLst/>
              <a:gdLst/>
              <a:ahLst/>
              <a:cxnLst/>
              <a:rect r="r" b="b" t="t" l="l"/>
              <a:pathLst>
                <a:path h="2935128" w="2585364">
                  <a:moveTo>
                    <a:pt x="0" y="0"/>
                  </a:moveTo>
                  <a:lnTo>
                    <a:pt x="2585364" y="0"/>
                  </a:lnTo>
                  <a:lnTo>
                    <a:pt x="2585364" y="2935128"/>
                  </a:lnTo>
                  <a:lnTo>
                    <a:pt x="0" y="293512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626673" y="1011978"/>
            <a:ext cx="6355975" cy="7351955"/>
            <a:chOff x="0" y="0"/>
            <a:chExt cx="8474633" cy="9802607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3"/>
            <a:srcRect l="6377" t="0" r="44993" b="0"/>
            <a:stretch>
              <a:fillRect/>
            </a:stretch>
          </p:blipFill>
          <p:spPr>
            <a:xfrm flipH="false" flipV="false">
              <a:off x="0" y="0"/>
              <a:ext cx="8474633" cy="9802607"/>
            </a:xfrm>
            <a:prstGeom prst="rect">
              <a:avLst/>
            </a:prstGeom>
          </p:spPr>
        </p:pic>
      </p:grpSp>
      <p:sp>
        <p:nvSpPr>
          <p:cNvPr name="Freeform 11" id="11"/>
          <p:cNvSpPr/>
          <p:nvPr/>
        </p:nvSpPr>
        <p:spPr>
          <a:xfrm flipH="false" flipV="false" rot="0">
            <a:off x="15301511" y="-207276"/>
            <a:ext cx="4876557" cy="1728961"/>
          </a:xfrm>
          <a:custGeom>
            <a:avLst/>
            <a:gdLst/>
            <a:ahLst/>
            <a:cxnLst/>
            <a:rect r="r" b="b" t="t" l="l"/>
            <a:pathLst>
              <a:path h="1728961" w="4876557">
                <a:moveTo>
                  <a:pt x="0" y="0"/>
                </a:moveTo>
                <a:lnTo>
                  <a:pt x="4876558" y="0"/>
                </a:lnTo>
                <a:lnTo>
                  <a:pt x="4876558" y="1728961"/>
                </a:lnTo>
                <a:lnTo>
                  <a:pt x="0" y="1728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8469322" y="9150674"/>
            <a:ext cx="4876557" cy="1728961"/>
          </a:xfrm>
          <a:custGeom>
            <a:avLst/>
            <a:gdLst/>
            <a:ahLst/>
            <a:cxnLst/>
            <a:rect r="r" b="b" t="t" l="l"/>
            <a:pathLst>
              <a:path h="1728961" w="4876557">
                <a:moveTo>
                  <a:pt x="0" y="0"/>
                </a:moveTo>
                <a:lnTo>
                  <a:pt x="4876557" y="0"/>
                </a:lnTo>
                <a:lnTo>
                  <a:pt x="4876557" y="1728961"/>
                </a:lnTo>
                <a:lnTo>
                  <a:pt x="0" y="1728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95787" y="291782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5" y="0"/>
                </a:lnTo>
                <a:lnTo>
                  <a:pt x="441615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887918" y="924956"/>
            <a:ext cx="7049083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Problems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87918" y="6039062"/>
            <a:ext cx="7814772" cy="564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1039" indent="-380520" lvl="1">
              <a:lnSpc>
                <a:spcPts val="4582"/>
              </a:lnSpc>
              <a:buFont typeface="Arial"/>
              <a:buChar char="•"/>
            </a:pPr>
            <a:r>
              <a:rPr lang="en-US" sz="3524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HR employee can leak information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87918" y="5105400"/>
            <a:ext cx="7049083" cy="77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9"/>
              </a:lnSpc>
            </a:pPr>
            <a:r>
              <a:rPr lang="en-US" sz="4899" b="true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Security flaws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91307" y="6765820"/>
            <a:ext cx="7811383" cy="564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1039" indent="-380520" lvl="1">
              <a:lnSpc>
                <a:spcPts val="4582"/>
              </a:lnSpc>
              <a:buFont typeface="Arial"/>
              <a:buChar char="•"/>
            </a:pPr>
            <a:r>
              <a:rPr lang="en-US" sz="3524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Delete important data by mistake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87918" y="3454505"/>
            <a:ext cx="7049083" cy="77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9"/>
              </a:lnSpc>
            </a:pPr>
            <a:r>
              <a:rPr lang="en-US" sz="4899" b="true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Hard to use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354" r="-1468" b="-56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5495" y="657204"/>
            <a:ext cx="9009410" cy="1907038"/>
            <a:chOff x="0" y="0"/>
            <a:chExt cx="3286657" cy="6956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86657" cy="695693"/>
            </a:xfrm>
            <a:custGeom>
              <a:avLst/>
              <a:gdLst/>
              <a:ahLst/>
              <a:cxnLst/>
              <a:rect r="r" b="b" t="t" l="l"/>
              <a:pathLst>
                <a:path h="695693" w="3286657">
                  <a:moveTo>
                    <a:pt x="0" y="0"/>
                  </a:moveTo>
                  <a:lnTo>
                    <a:pt x="3286657" y="0"/>
                  </a:lnTo>
                  <a:lnTo>
                    <a:pt x="3286657" y="695693"/>
                  </a:lnTo>
                  <a:lnTo>
                    <a:pt x="0" y="6956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5495" y="2915205"/>
            <a:ext cx="9009410" cy="5787794"/>
            <a:chOff x="0" y="0"/>
            <a:chExt cx="3286657" cy="21114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6657" cy="2111403"/>
            </a:xfrm>
            <a:custGeom>
              <a:avLst/>
              <a:gdLst/>
              <a:ahLst/>
              <a:cxnLst/>
              <a:rect r="r" b="b" t="t" l="l"/>
              <a:pathLst>
                <a:path h="2111403" w="3286657">
                  <a:moveTo>
                    <a:pt x="0" y="0"/>
                  </a:moveTo>
                  <a:lnTo>
                    <a:pt x="3286657" y="0"/>
                  </a:lnTo>
                  <a:lnTo>
                    <a:pt x="3286657" y="2111403"/>
                  </a:lnTo>
                  <a:lnTo>
                    <a:pt x="0" y="21114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61150" y="657204"/>
            <a:ext cx="7087021" cy="8045795"/>
            <a:chOff x="0" y="0"/>
            <a:chExt cx="2585364" cy="29351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85364" cy="2935128"/>
            </a:xfrm>
            <a:custGeom>
              <a:avLst/>
              <a:gdLst/>
              <a:ahLst/>
              <a:cxnLst/>
              <a:rect r="r" b="b" t="t" l="l"/>
              <a:pathLst>
                <a:path h="2935128" w="2585364">
                  <a:moveTo>
                    <a:pt x="0" y="0"/>
                  </a:moveTo>
                  <a:lnTo>
                    <a:pt x="2585364" y="0"/>
                  </a:lnTo>
                  <a:lnTo>
                    <a:pt x="2585364" y="2935128"/>
                  </a:lnTo>
                  <a:lnTo>
                    <a:pt x="0" y="293512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626673" y="1011978"/>
            <a:ext cx="6355975" cy="7351955"/>
            <a:chOff x="0" y="0"/>
            <a:chExt cx="8474633" cy="9802607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3"/>
            <a:srcRect l="0" t="11443" r="0" b="11443"/>
            <a:stretch>
              <a:fillRect/>
            </a:stretch>
          </p:blipFill>
          <p:spPr>
            <a:xfrm flipH="false" flipV="false">
              <a:off x="0" y="0"/>
              <a:ext cx="8474633" cy="9802607"/>
            </a:xfrm>
            <a:prstGeom prst="rect">
              <a:avLst/>
            </a:prstGeom>
          </p:spPr>
        </p:pic>
      </p:grpSp>
      <p:sp>
        <p:nvSpPr>
          <p:cNvPr name="TextBox 11" id="11"/>
          <p:cNvSpPr txBox="true"/>
          <p:nvPr/>
        </p:nvSpPr>
        <p:spPr>
          <a:xfrm rot="0">
            <a:off x="1887918" y="924956"/>
            <a:ext cx="9348975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Future works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885659" y="3793566"/>
            <a:ext cx="8029246" cy="3461540"/>
            <a:chOff x="0" y="0"/>
            <a:chExt cx="10705662" cy="461538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28575"/>
              <a:ext cx="10702232" cy="731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50"/>
                </a:lnSpc>
              </a:pPr>
              <a:r>
                <a:rPr lang="en-US" sz="3500" b="true">
                  <a:solidFill>
                    <a:srgbClr val="003EA8"/>
                  </a:solidFill>
                  <a:latin typeface="Muli Bold"/>
                  <a:ea typeface="Muli Bold"/>
                  <a:cs typeface="Muli Bold"/>
                  <a:sym typeface="Muli Bold"/>
                </a:rPr>
                <a:t>Enhance security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929690"/>
              <a:ext cx="10702232" cy="731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50"/>
                </a:lnSpc>
              </a:pPr>
              <a:r>
                <a:rPr lang="en-US" sz="3500" b="true">
                  <a:solidFill>
                    <a:srgbClr val="003EA8"/>
                  </a:solidFill>
                  <a:latin typeface="Muli Bold"/>
                  <a:ea typeface="Muli Bold"/>
                  <a:cs typeface="Muli Bold"/>
                  <a:sym typeface="Muli Bold"/>
                </a:rPr>
                <a:t>Implement online database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430" y="3884079"/>
              <a:ext cx="10702232" cy="731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50"/>
                </a:lnSpc>
              </a:pPr>
              <a:r>
                <a:rPr lang="en-US" sz="3500" b="true">
                  <a:solidFill>
                    <a:srgbClr val="003EA8"/>
                  </a:solidFill>
                  <a:latin typeface="Muli Bold"/>
                  <a:ea typeface="Muli Bold"/>
                  <a:cs typeface="Muli Bold"/>
                  <a:sym typeface="Muli Bold"/>
                </a:rPr>
                <a:t>Add more features to defaults users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5301511" y="-207276"/>
            <a:ext cx="4876557" cy="1728961"/>
          </a:xfrm>
          <a:custGeom>
            <a:avLst/>
            <a:gdLst/>
            <a:ahLst/>
            <a:cxnLst/>
            <a:rect r="r" b="b" t="t" l="l"/>
            <a:pathLst>
              <a:path h="1728961" w="4876557">
                <a:moveTo>
                  <a:pt x="0" y="0"/>
                </a:moveTo>
                <a:lnTo>
                  <a:pt x="4876558" y="0"/>
                </a:lnTo>
                <a:lnTo>
                  <a:pt x="4876558" y="1728961"/>
                </a:lnTo>
                <a:lnTo>
                  <a:pt x="0" y="1728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0800000">
            <a:off x="8469322" y="9150674"/>
            <a:ext cx="4876557" cy="1728961"/>
          </a:xfrm>
          <a:custGeom>
            <a:avLst/>
            <a:gdLst/>
            <a:ahLst/>
            <a:cxnLst/>
            <a:rect r="r" b="b" t="t" l="l"/>
            <a:pathLst>
              <a:path h="1728961" w="4876557">
                <a:moveTo>
                  <a:pt x="0" y="0"/>
                </a:moveTo>
                <a:lnTo>
                  <a:pt x="4876557" y="0"/>
                </a:lnTo>
                <a:lnTo>
                  <a:pt x="4876557" y="1728961"/>
                </a:lnTo>
                <a:lnTo>
                  <a:pt x="0" y="1728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95787" y="291782"/>
            <a:ext cx="441616" cy="633141"/>
          </a:xfrm>
          <a:custGeom>
            <a:avLst/>
            <a:gdLst/>
            <a:ahLst/>
            <a:cxnLst/>
            <a:rect r="r" b="b" t="t" l="l"/>
            <a:pathLst>
              <a:path h="633141" w="441616">
                <a:moveTo>
                  <a:pt x="0" y="0"/>
                </a:moveTo>
                <a:lnTo>
                  <a:pt x="441615" y="0"/>
                </a:lnTo>
                <a:lnTo>
                  <a:pt x="441615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354" r="-1468" b="-560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5495" y="657204"/>
            <a:ext cx="16445245" cy="1906519"/>
            <a:chOff x="0" y="0"/>
            <a:chExt cx="5999270" cy="6955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99270" cy="695503"/>
            </a:xfrm>
            <a:custGeom>
              <a:avLst/>
              <a:gdLst/>
              <a:ahLst/>
              <a:cxnLst/>
              <a:rect r="r" b="b" t="t" l="l"/>
              <a:pathLst>
                <a:path h="695503" w="5999270">
                  <a:moveTo>
                    <a:pt x="0" y="0"/>
                  </a:moveTo>
                  <a:lnTo>
                    <a:pt x="5999270" y="0"/>
                  </a:lnTo>
                  <a:lnTo>
                    <a:pt x="5999270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2915205"/>
            <a:ext cx="16322040" cy="5768744"/>
            <a:chOff x="0" y="0"/>
            <a:chExt cx="5954324" cy="21044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54325" cy="2104453"/>
            </a:xfrm>
            <a:custGeom>
              <a:avLst/>
              <a:gdLst/>
              <a:ahLst/>
              <a:cxnLst/>
              <a:rect r="r" b="b" t="t" l="l"/>
              <a:pathLst>
                <a:path h="2104453" w="5954325">
                  <a:moveTo>
                    <a:pt x="0" y="0"/>
                  </a:moveTo>
                  <a:lnTo>
                    <a:pt x="5954325" y="0"/>
                  </a:lnTo>
                  <a:lnTo>
                    <a:pt x="5954325" y="2104453"/>
                  </a:lnTo>
                  <a:lnTo>
                    <a:pt x="0" y="21044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-203414">
            <a:off x="16137868" y="4585735"/>
            <a:ext cx="417336" cy="598331"/>
          </a:xfrm>
          <a:custGeom>
            <a:avLst/>
            <a:gdLst/>
            <a:ahLst/>
            <a:cxnLst/>
            <a:rect r="r" b="b" t="t" l="l"/>
            <a:pathLst>
              <a:path h="598331" w="417336">
                <a:moveTo>
                  <a:pt x="0" y="0"/>
                </a:moveTo>
                <a:lnTo>
                  <a:pt x="417336" y="0"/>
                </a:lnTo>
                <a:lnTo>
                  <a:pt x="417336" y="598330"/>
                </a:lnTo>
                <a:lnTo>
                  <a:pt x="0" y="598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908900" y="3235000"/>
            <a:ext cx="121908" cy="121908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055579" y="7995212"/>
            <a:ext cx="121908" cy="121908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343782" y="924697"/>
            <a:ext cx="11600436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b="true" sz="900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References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1276562" y="-156776"/>
            <a:ext cx="6732164" cy="1627960"/>
          </a:xfrm>
          <a:custGeom>
            <a:avLst/>
            <a:gdLst/>
            <a:ahLst/>
            <a:cxnLst/>
            <a:rect r="r" b="b" t="t" l="l"/>
            <a:pathLst>
              <a:path h="1627960" w="6732164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278358">
            <a:off x="13186236" y="8430575"/>
            <a:ext cx="5868613" cy="1845945"/>
          </a:xfrm>
          <a:custGeom>
            <a:avLst/>
            <a:gdLst/>
            <a:ahLst/>
            <a:cxnLst/>
            <a:rect r="r" b="b" t="t" l="l"/>
            <a:pathLst>
              <a:path h="1845945" w="5868613">
                <a:moveTo>
                  <a:pt x="0" y="0"/>
                </a:moveTo>
                <a:lnTo>
                  <a:pt x="5868612" y="0"/>
                </a:lnTo>
                <a:lnTo>
                  <a:pt x="5868612" y="1845946"/>
                </a:lnTo>
                <a:lnTo>
                  <a:pt x="0" y="18459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78911" y="3261658"/>
            <a:ext cx="15021619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https://netbeans.apache.org/front/main/index.html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89880" y="4923952"/>
            <a:ext cx="12363694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https://dev.mysql.com/doc/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62153" y="6586246"/>
            <a:ext cx="12363694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Lecture slides from PDM course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DAGYf6ndArE</dc:identifier>
  <dcterms:modified xsi:type="dcterms:W3CDTF">2011-08-01T06:04:30Z</dcterms:modified>
  <cp:revision>1</cp:revision>
  <dc:title>PST_PAYROLL_G9</dc:title>
</cp:coreProperties>
</file>